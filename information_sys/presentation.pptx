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0" r:id="rId10"/>
    <p:sldId id="261" r:id="rId11"/>
    <p:sldId id="262" r:id="rId12"/>
    <p:sldId id="263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4660"/>
  </p:normalViewPr>
  <p:slideViewPr>
    <p:cSldViewPr snapToGrid="0">
      <p:cViewPr>
        <p:scale>
          <a:sx n="100" d="100"/>
          <a:sy n="100" d="100"/>
        </p:scale>
        <p:origin x="1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79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113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655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46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821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15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19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495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19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41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3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9EF35-2B45-4D8F-A2AD-F0B7F46BA95A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B8994-70A5-494F-9713-3D4797DB28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35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56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8234" y="238551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Современные методы программной инженерии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3351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Распределенное хранение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Шардирование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226" y="2482316"/>
            <a:ext cx="7563906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73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Распределенное хранение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Репликация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3619"/>
            <a:ext cx="5761301" cy="299987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501" y="3112739"/>
            <a:ext cx="4963218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6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 </a:t>
            </a:r>
            <a:r>
              <a:rPr lang="ru-RU" dirty="0" smtClean="0"/>
              <a:t>теорема </a:t>
            </a:r>
            <a:r>
              <a:rPr lang="en-US" dirty="0" smtClean="0"/>
              <a:t>(consistency)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36" y="2306223"/>
            <a:ext cx="5033211" cy="307204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285" y="2306223"/>
            <a:ext cx="5007850" cy="307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9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 </a:t>
            </a:r>
            <a:r>
              <a:rPr lang="ru-RU" dirty="0" smtClean="0"/>
              <a:t>теорема </a:t>
            </a:r>
            <a:r>
              <a:rPr lang="en-US" dirty="0" smtClean="0"/>
              <a:t>(availability)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13810"/>
            <a:ext cx="5173081" cy="338679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953" y="2213810"/>
            <a:ext cx="5125153" cy="338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339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 </a:t>
            </a:r>
            <a:r>
              <a:rPr lang="ru-RU" dirty="0" smtClean="0"/>
              <a:t>теорема </a:t>
            </a:r>
            <a:r>
              <a:rPr lang="en-US" dirty="0" smtClean="0"/>
              <a:t>(partition tolerance)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849" y="1690688"/>
            <a:ext cx="5790467" cy="481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08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PACELC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42" y="1372101"/>
            <a:ext cx="9548375" cy="251008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326" y="3046752"/>
            <a:ext cx="6047873" cy="325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6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Распределенное хранение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Репликация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59" y="2853842"/>
            <a:ext cx="4305901" cy="345805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083" y="1825625"/>
            <a:ext cx="2638793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85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Распределенное хранение данных (физика)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22" y="1909098"/>
            <a:ext cx="8639756" cy="425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22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Реплика синхронная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5125"/>
            <a:ext cx="5963604" cy="587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25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Реплика асинхронная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550" y="605828"/>
            <a:ext cx="5980450" cy="565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8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Уровни согласованности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51" y="2657549"/>
            <a:ext cx="3286584" cy="218152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301" y="2437599"/>
            <a:ext cx="3204947" cy="240147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715" y="2657549"/>
            <a:ext cx="3229426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17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Строгая согласованность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3" y="1690688"/>
            <a:ext cx="11657425" cy="443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645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47</Words>
  <Application>Microsoft Office PowerPoint</Application>
  <PresentationFormat>Широкоэкранный</PresentationFormat>
  <Paragraphs>16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Презентация PowerPoint</vt:lpstr>
      <vt:lpstr>Современные методы программной инженерии </vt:lpstr>
      <vt:lpstr>Распределенное хранение данных</vt:lpstr>
      <vt:lpstr>Распределенное хранение данных</vt:lpstr>
      <vt:lpstr>CAP теорема (consistency)</vt:lpstr>
      <vt:lpstr>CAP теорема (availability)</vt:lpstr>
      <vt:lpstr>CAP теорема (partition tolerance)</vt:lpstr>
      <vt:lpstr>PACELC</vt:lpstr>
      <vt:lpstr>Распределенное хранение данных</vt:lpstr>
      <vt:lpstr>Распределенное хранение данных (физика)</vt:lpstr>
      <vt:lpstr>Реплика синхронная</vt:lpstr>
      <vt:lpstr>Реплика асинхронная</vt:lpstr>
      <vt:lpstr>Уровни согласованности</vt:lpstr>
      <vt:lpstr>Строгая согласованность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Валерий</dc:creator>
  <cp:lastModifiedBy>Валерий</cp:lastModifiedBy>
  <cp:revision>9</cp:revision>
  <dcterms:created xsi:type="dcterms:W3CDTF">2026-09-25T12:38:28Z</dcterms:created>
  <dcterms:modified xsi:type="dcterms:W3CDTF">2026-09-28T19:23:41Z</dcterms:modified>
</cp:coreProperties>
</file>